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89" autoAdjust="0"/>
    <p:restoredTop sz="94660"/>
  </p:normalViewPr>
  <p:slideViewPr>
    <p:cSldViewPr snapToGrid="0">
      <p:cViewPr varScale="1">
        <p:scale>
          <a:sx n="73" d="100"/>
          <a:sy n="73" d="100"/>
        </p:scale>
        <p:origin x="97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5/2/2025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5/2/2025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5/2/2025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5/2/2025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5/2/2025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5/2/2025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5/2/2025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5/2/2025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96335-C330-B03F-B46C-2A251482D0BE}"/>
              </a:ext>
            </a:extLst>
          </p:cNvPr>
          <p:cNvSpPr>
            <a:spLocks noGrp="1"/>
          </p:cNvSpPr>
          <p:nvPr>
            <p:ph type="ctrTitle"/>
          </p:nvPr>
        </p:nvSpPr>
        <p:spPr/>
        <p:txBody>
          <a:bodyPr/>
          <a:lstStyle/>
          <a:p>
            <a:r>
              <a:rPr lang="en-US" dirty="0"/>
              <a:t>Bill Splitter &amp; Expense Tracker Software</a:t>
            </a:r>
            <a:endParaRPr lang="en-IN" dirty="0"/>
          </a:p>
        </p:txBody>
      </p:sp>
      <p:sp>
        <p:nvSpPr>
          <p:cNvPr id="3" name="Subtitle 2">
            <a:extLst>
              <a:ext uri="{FF2B5EF4-FFF2-40B4-BE49-F238E27FC236}">
                <a16:creationId xmlns:a16="http://schemas.microsoft.com/office/drawing/2014/main" id="{C87C678C-8F87-2AED-3C28-A840965BB30A}"/>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898859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5942-CDFB-3809-25C6-17B3AD3E8188}"/>
              </a:ext>
            </a:extLst>
          </p:cNvPr>
          <p:cNvSpPr>
            <a:spLocks noGrp="1"/>
          </p:cNvSpPr>
          <p:nvPr>
            <p:ph type="title"/>
          </p:nvPr>
        </p:nvSpPr>
        <p:spPr>
          <a:xfrm>
            <a:off x="2231136" y="483476"/>
            <a:ext cx="7729728" cy="1198179"/>
          </a:xfrm>
        </p:spPr>
        <p:txBody>
          <a:bodyPr/>
          <a:lstStyle/>
          <a:p>
            <a:r>
              <a:rPr lang="en-IN" dirty="0"/>
              <a:t>introduction</a:t>
            </a:r>
          </a:p>
        </p:txBody>
      </p:sp>
      <p:sp>
        <p:nvSpPr>
          <p:cNvPr id="3" name="Content Placeholder 2">
            <a:extLst>
              <a:ext uri="{FF2B5EF4-FFF2-40B4-BE49-F238E27FC236}">
                <a16:creationId xmlns:a16="http://schemas.microsoft.com/office/drawing/2014/main" id="{C99E9745-8C27-66ED-A93D-6E68458D5D80}"/>
              </a:ext>
            </a:extLst>
          </p:cNvPr>
          <p:cNvSpPr>
            <a:spLocks noGrp="1"/>
          </p:cNvSpPr>
          <p:nvPr>
            <p:ph idx="1"/>
          </p:nvPr>
        </p:nvSpPr>
        <p:spPr>
          <a:xfrm>
            <a:off x="1019503" y="2322786"/>
            <a:ext cx="10100442" cy="3417241"/>
          </a:xfrm>
        </p:spPr>
        <p:txBody>
          <a:bodyPr>
            <a:normAutofit/>
          </a:bodyPr>
          <a:lstStyle/>
          <a:p>
            <a:pPr>
              <a:buNone/>
            </a:pPr>
            <a:r>
              <a:rPr lang="en-US" sz="2400" dirty="0"/>
              <a:t>  Managing shared expenses can be a challenge in both personal and professional settings. Whether among roommates, during group travel, or at team lunches, tracking who paid what and calculating how much each person owes can become confusing.</a:t>
            </a:r>
          </a:p>
          <a:p>
            <a:r>
              <a:rPr lang="en-US" sz="2400" dirty="0"/>
              <a:t>The Bill Splitter &amp; Expense Tracker Software is designed to streamline this process. It automates the splitting of bills among multiple individuals and keeps transparent records of balances — who owes whom and how much. This ensures smooth and fair settlements, avoiding misunderstandings.</a:t>
            </a:r>
          </a:p>
          <a:p>
            <a:endParaRPr lang="en-IN" dirty="0"/>
          </a:p>
        </p:txBody>
      </p:sp>
    </p:spTree>
    <p:extLst>
      <p:ext uri="{BB962C8B-B14F-4D97-AF65-F5344CB8AC3E}">
        <p14:creationId xmlns:p14="http://schemas.microsoft.com/office/powerpoint/2010/main" val="181091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65BDE-F2B8-1BB2-7395-EA05951FF3EC}"/>
              </a:ext>
            </a:extLst>
          </p:cNvPr>
          <p:cNvSpPr>
            <a:spLocks noGrp="1"/>
          </p:cNvSpPr>
          <p:nvPr>
            <p:ph type="title"/>
          </p:nvPr>
        </p:nvSpPr>
        <p:spPr/>
        <p:txBody>
          <a:bodyPr/>
          <a:lstStyle/>
          <a:p>
            <a:r>
              <a:rPr lang="en-IN" dirty="0"/>
              <a:t>Literature</a:t>
            </a:r>
          </a:p>
        </p:txBody>
      </p:sp>
      <p:sp>
        <p:nvSpPr>
          <p:cNvPr id="3" name="Content Placeholder 2">
            <a:extLst>
              <a:ext uri="{FF2B5EF4-FFF2-40B4-BE49-F238E27FC236}">
                <a16:creationId xmlns:a16="http://schemas.microsoft.com/office/drawing/2014/main" id="{54CA91BA-D548-03FF-D201-517905E06A35}"/>
              </a:ext>
            </a:extLst>
          </p:cNvPr>
          <p:cNvSpPr>
            <a:spLocks noGrp="1"/>
          </p:cNvSpPr>
          <p:nvPr>
            <p:ph idx="1"/>
          </p:nvPr>
        </p:nvSpPr>
        <p:spPr>
          <a:xfrm>
            <a:off x="1177158" y="2606566"/>
            <a:ext cx="9732579" cy="3286742"/>
          </a:xfrm>
        </p:spPr>
        <p:txBody>
          <a:bodyPr>
            <a:normAutofit fontScale="92500" lnSpcReduction="20000"/>
          </a:bodyPr>
          <a:lstStyle/>
          <a:p>
            <a:pPr>
              <a:buNone/>
            </a:pPr>
            <a:r>
              <a:rPr lang="en-US" sz="2400" dirty="0"/>
              <a:t>Several apps and systems exist for expense tracking, such as:</a:t>
            </a:r>
          </a:p>
          <a:p>
            <a:pPr>
              <a:buFont typeface="Arial" panose="020B0604020202020204" pitchFamily="34" charset="0"/>
              <a:buChar char="•"/>
            </a:pPr>
            <a:r>
              <a:rPr lang="en-US" sz="2400" dirty="0" err="1"/>
              <a:t>Splitwise</a:t>
            </a:r>
            <a:r>
              <a:rPr lang="en-US" sz="2400" dirty="0"/>
              <a:t>:  A popular app for splitting bills with friends and tracking debts.</a:t>
            </a:r>
          </a:p>
          <a:p>
            <a:pPr>
              <a:buFont typeface="Arial" panose="020B0604020202020204" pitchFamily="34" charset="0"/>
              <a:buChar char="•"/>
            </a:pPr>
            <a:r>
              <a:rPr lang="en-US" sz="2400" dirty="0"/>
              <a:t>Venmo and </a:t>
            </a:r>
            <a:r>
              <a:rPr lang="en-US" sz="2400" dirty="0" err="1"/>
              <a:t>Paypal</a:t>
            </a:r>
            <a:r>
              <a:rPr lang="en-US" sz="2400" dirty="0"/>
              <a:t>:  While mainly payment platforms, they offer basic expense-splitting functionality.</a:t>
            </a:r>
          </a:p>
          <a:p>
            <a:pPr>
              <a:buFont typeface="Arial" panose="020B0604020202020204" pitchFamily="34" charset="0"/>
              <a:buChar char="•"/>
            </a:pPr>
            <a:r>
              <a:rPr lang="en-US" sz="2400" dirty="0"/>
              <a:t>Google Sheets and Templates: Manually created trackers for managing group expenses.</a:t>
            </a:r>
          </a:p>
          <a:p>
            <a:r>
              <a:rPr lang="en-US" sz="2400" dirty="0"/>
              <a:t>However, many of these tools either require an internet connection, are not open-source, or are not customizable to specific needs. Our software aims to offer a lightweight, offline, and easily extendable alternative.</a:t>
            </a:r>
          </a:p>
          <a:p>
            <a:endParaRPr lang="en-IN" dirty="0"/>
          </a:p>
        </p:txBody>
      </p:sp>
    </p:spTree>
    <p:extLst>
      <p:ext uri="{BB962C8B-B14F-4D97-AF65-F5344CB8AC3E}">
        <p14:creationId xmlns:p14="http://schemas.microsoft.com/office/powerpoint/2010/main" val="2747190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E0D2E-7AC9-F613-948D-CF4CE8752ED1}"/>
              </a:ext>
            </a:extLst>
          </p:cNvPr>
          <p:cNvSpPr>
            <a:spLocks noGrp="1"/>
          </p:cNvSpPr>
          <p:nvPr>
            <p:ph type="title"/>
          </p:nvPr>
        </p:nvSpPr>
        <p:spPr/>
        <p:txBody>
          <a:bodyPr/>
          <a:lstStyle/>
          <a:p>
            <a:r>
              <a:rPr lang="en-IN" dirty="0"/>
              <a:t>Previous Work</a:t>
            </a:r>
          </a:p>
        </p:txBody>
      </p:sp>
      <p:sp>
        <p:nvSpPr>
          <p:cNvPr id="3" name="Content Placeholder 2">
            <a:extLst>
              <a:ext uri="{FF2B5EF4-FFF2-40B4-BE49-F238E27FC236}">
                <a16:creationId xmlns:a16="http://schemas.microsoft.com/office/drawing/2014/main" id="{C0884297-333C-1907-572A-5074CE245055}"/>
              </a:ext>
            </a:extLst>
          </p:cNvPr>
          <p:cNvSpPr>
            <a:spLocks noGrp="1"/>
          </p:cNvSpPr>
          <p:nvPr>
            <p:ph idx="1"/>
          </p:nvPr>
        </p:nvSpPr>
        <p:spPr>
          <a:xfrm>
            <a:off x="1240221" y="2554014"/>
            <a:ext cx="9375227" cy="3048000"/>
          </a:xfrm>
        </p:spPr>
        <p:txBody>
          <a:bodyPr>
            <a:noAutofit/>
          </a:bodyPr>
          <a:lstStyle/>
          <a:p>
            <a:pPr>
              <a:buNone/>
            </a:pPr>
            <a:r>
              <a:rPr lang="en-US" sz="2400" dirty="0"/>
              <a:t>  Existing solutions focus heavily on mobile apps with rich UI but often neglect customizable backend logic or offline capabilities. Some users prefer simple desktop or terminal applications without the need for signing in or internet access.</a:t>
            </a:r>
          </a:p>
          <a:p>
            <a:r>
              <a:rPr lang="en-US" sz="2400" dirty="0"/>
              <a:t>Earlier prototypes and GitHub projects demonstrate basic bill splitting but lack user-friendly summaries, balancing logic, or group tracking</a:t>
            </a:r>
          </a:p>
        </p:txBody>
      </p:sp>
    </p:spTree>
    <p:extLst>
      <p:ext uri="{BB962C8B-B14F-4D97-AF65-F5344CB8AC3E}">
        <p14:creationId xmlns:p14="http://schemas.microsoft.com/office/powerpoint/2010/main" val="2237121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BA906-4973-3F03-9950-BF6EA37BBCD4}"/>
              </a:ext>
            </a:extLst>
          </p:cNvPr>
          <p:cNvSpPr>
            <a:spLocks noGrp="1"/>
          </p:cNvSpPr>
          <p:nvPr>
            <p:ph type="title"/>
          </p:nvPr>
        </p:nvSpPr>
        <p:spPr/>
        <p:txBody>
          <a:bodyPr/>
          <a:lstStyle/>
          <a:p>
            <a:r>
              <a:rPr lang="en-IN" dirty="0"/>
              <a:t>Proposed Model</a:t>
            </a:r>
          </a:p>
        </p:txBody>
      </p:sp>
      <p:sp>
        <p:nvSpPr>
          <p:cNvPr id="3" name="Content Placeholder 2">
            <a:extLst>
              <a:ext uri="{FF2B5EF4-FFF2-40B4-BE49-F238E27FC236}">
                <a16:creationId xmlns:a16="http://schemas.microsoft.com/office/drawing/2014/main" id="{48134E4F-92B0-6204-E321-72346FD04496}"/>
              </a:ext>
            </a:extLst>
          </p:cNvPr>
          <p:cNvSpPr>
            <a:spLocks noGrp="1"/>
          </p:cNvSpPr>
          <p:nvPr>
            <p:ph idx="1"/>
          </p:nvPr>
        </p:nvSpPr>
        <p:spPr>
          <a:xfrm>
            <a:off x="1597572" y="2638044"/>
            <a:ext cx="8891752" cy="3101983"/>
          </a:xfrm>
        </p:spPr>
        <p:txBody>
          <a:bodyPr>
            <a:noAutofit/>
          </a:bodyPr>
          <a:lstStyle/>
          <a:p>
            <a:pPr>
              <a:buNone/>
            </a:pPr>
            <a:r>
              <a:rPr lang="en-US" sz="2400" dirty="0"/>
              <a:t>Our system is a command-line Python application that allows users to:</a:t>
            </a:r>
          </a:p>
          <a:p>
            <a:pPr>
              <a:buFont typeface="Arial" panose="020B0604020202020204" pitchFamily="34" charset="0"/>
              <a:buChar char="•"/>
            </a:pPr>
            <a:r>
              <a:rPr lang="en-US" sz="2400" dirty="0"/>
              <a:t>Add members to a group</a:t>
            </a:r>
          </a:p>
          <a:p>
            <a:pPr>
              <a:buFont typeface="Arial" panose="020B0604020202020204" pitchFamily="34" charset="0"/>
              <a:buChar char="•"/>
            </a:pPr>
            <a:r>
              <a:rPr lang="en-US" sz="2400" dirty="0"/>
              <a:t>Log expenses with amount, payer, and participants</a:t>
            </a:r>
          </a:p>
          <a:p>
            <a:pPr>
              <a:buFont typeface="Arial" panose="020B0604020202020204" pitchFamily="34" charset="0"/>
              <a:buChar char="•"/>
            </a:pPr>
            <a:r>
              <a:rPr lang="en-US" sz="2400" dirty="0"/>
              <a:t>Automatically split expenses equally</a:t>
            </a:r>
          </a:p>
          <a:p>
            <a:pPr>
              <a:buFont typeface="Arial" panose="020B0604020202020204" pitchFamily="34" charset="0"/>
              <a:buChar char="•"/>
            </a:pPr>
            <a:r>
              <a:rPr lang="en-US" sz="2400" dirty="0"/>
              <a:t>Display balances showing who owes whom</a:t>
            </a:r>
          </a:p>
          <a:p>
            <a:pPr>
              <a:buFont typeface="Arial" panose="020B0604020202020204" pitchFamily="34" charset="0"/>
              <a:buChar char="•"/>
            </a:pPr>
            <a:r>
              <a:rPr lang="en-US" sz="2400" dirty="0"/>
              <a:t>Export data for record-keeping (future enhancement)</a:t>
            </a:r>
          </a:p>
        </p:txBody>
      </p:sp>
    </p:spTree>
    <p:extLst>
      <p:ext uri="{BB962C8B-B14F-4D97-AF65-F5344CB8AC3E}">
        <p14:creationId xmlns:p14="http://schemas.microsoft.com/office/powerpoint/2010/main" val="4277007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1AA15-7AC5-8896-C0B1-CCCB56C0A8FE}"/>
              </a:ext>
            </a:extLst>
          </p:cNvPr>
          <p:cNvSpPr>
            <a:spLocks noGrp="1"/>
          </p:cNvSpPr>
          <p:nvPr>
            <p:ph type="title"/>
          </p:nvPr>
        </p:nvSpPr>
        <p:spPr/>
        <p:txBody>
          <a:bodyPr/>
          <a:lstStyle/>
          <a:p>
            <a:r>
              <a:rPr lang="en-IN" b="1" dirty="0"/>
              <a:t>Key Features</a:t>
            </a:r>
            <a:endParaRPr lang="en-IN" dirty="0"/>
          </a:p>
        </p:txBody>
      </p:sp>
      <p:sp>
        <p:nvSpPr>
          <p:cNvPr id="3" name="Content Placeholder 2">
            <a:extLst>
              <a:ext uri="{FF2B5EF4-FFF2-40B4-BE49-F238E27FC236}">
                <a16:creationId xmlns:a16="http://schemas.microsoft.com/office/drawing/2014/main" id="{910A6725-9116-B6DB-BBE0-93AF4D3A2236}"/>
              </a:ext>
            </a:extLst>
          </p:cNvPr>
          <p:cNvSpPr>
            <a:spLocks noGrp="1"/>
          </p:cNvSpPr>
          <p:nvPr>
            <p:ph idx="1"/>
          </p:nvPr>
        </p:nvSpPr>
        <p:spPr>
          <a:xfrm>
            <a:off x="1439917" y="2638044"/>
            <a:ext cx="8520947" cy="3101983"/>
          </a:xfrm>
        </p:spPr>
        <p:txBody>
          <a:bodyPr/>
          <a:lstStyle/>
          <a:p>
            <a:pPr>
              <a:buFont typeface="Arial" panose="020B0604020202020204" pitchFamily="34" charset="0"/>
              <a:buChar char="•"/>
            </a:pPr>
            <a:r>
              <a:rPr lang="en-US" sz="2400" dirty="0"/>
              <a:t>Minimalist and intuitive UI</a:t>
            </a:r>
          </a:p>
          <a:p>
            <a:pPr>
              <a:buFont typeface="Arial" panose="020B0604020202020204" pitchFamily="34" charset="0"/>
              <a:buChar char="•"/>
            </a:pPr>
            <a:r>
              <a:rPr lang="en-US" sz="2400" dirty="0"/>
              <a:t>Supports any group size</a:t>
            </a:r>
          </a:p>
          <a:p>
            <a:pPr>
              <a:buFont typeface="Arial" panose="020B0604020202020204" pitchFamily="34" charset="0"/>
              <a:buChar char="•"/>
            </a:pPr>
            <a:r>
              <a:rPr lang="en-US" sz="2400" dirty="0"/>
              <a:t>Transparent balance display</a:t>
            </a:r>
          </a:p>
          <a:p>
            <a:pPr>
              <a:buFont typeface="Arial" panose="020B0604020202020204" pitchFamily="34" charset="0"/>
              <a:buChar char="•"/>
            </a:pPr>
            <a:r>
              <a:rPr lang="en-US" sz="2400" dirty="0"/>
              <a:t>Option for future enhancements like database/GUIs</a:t>
            </a:r>
          </a:p>
          <a:p>
            <a:endParaRPr lang="en-IN" dirty="0"/>
          </a:p>
        </p:txBody>
      </p:sp>
    </p:spTree>
    <p:extLst>
      <p:ext uri="{BB962C8B-B14F-4D97-AF65-F5344CB8AC3E}">
        <p14:creationId xmlns:p14="http://schemas.microsoft.com/office/powerpoint/2010/main" val="4652822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EF5FA-564B-61B1-4767-BCD4B4DDF335}"/>
              </a:ext>
            </a:extLst>
          </p:cNvPr>
          <p:cNvSpPr>
            <a:spLocks noGrp="1"/>
          </p:cNvSpPr>
          <p:nvPr>
            <p:ph type="title"/>
          </p:nvPr>
        </p:nvSpPr>
        <p:spPr>
          <a:xfrm>
            <a:off x="2231136" y="430924"/>
            <a:ext cx="7729728" cy="1019504"/>
          </a:xfrm>
        </p:spPr>
        <p:txBody>
          <a:bodyPr/>
          <a:lstStyle/>
          <a:p>
            <a:r>
              <a:rPr lang="en-IN" dirty="0"/>
              <a:t>screenshot</a:t>
            </a:r>
          </a:p>
        </p:txBody>
      </p:sp>
      <p:pic>
        <p:nvPicPr>
          <p:cNvPr id="25" name="Content Placeholder 24">
            <a:extLst>
              <a:ext uri="{FF2B5EF4-FFF2-40B4-BE49-F238E27FC236}">
                <a16:creationId xmlns:a16="http://schemas.microsoft.com/office/drawing/2014/main" id="{71AF7C35-04F2-0272-4E4E-618CE38D93AA}"/>
              </a:ext>
            </a:extLst>
          </p:cNvPr>
          <p:cNvPicPr>
            <a:picLocks noGrp="1" noChangeAspect="1"/>
          </p:cNvPicPr>
          <p:nvPr>
            <p:ph idx="1"/>
          </p:nvPr>
        </p:nvPicPr>
        <p:blipFill>
          <a:blip r:embed="rId2"/>
          <a:stretch>
            <a:fillRect/>
          </a:stretch>
        </p:blipFill>
        <p:spPr>
          <a:xfrm>
            <a:off x="1667881" y="1891862"/>
            <a:ext cx="8758381" cy="4296617"/>
          </a:xfrm>
        </p:spPr>
      </p:pic>
    </p:spTree>
    <p:extLst>
      <p:ext uri="{BB962C8B-B14F-4D97-AF65-F5344CB8AC3E}">
        <p14:creationId xmlns:p14="http://schemas.microsoft.com/office/powerpoint/2010/main" val="2866068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B399-76A0-34CD-9870-71FC2209DB4D}"/>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71988B7-942B-C525-9EF2-B04682054335}"/>
              </a:ext>
            </a:extLst>
          </p:cNvPr>
          <p:cNvSpPr>
            <a:spLocks noGrp="1"/>
          </p:cNvSpPr>
          <p:nvPr>
            <p:ph idx="1"/>
          </p:nvPr>
        </p:nvSpPr>
        <p:spPr>
          <a:xfrm>
            <a:off x="1345323" y="2638044"/>
            <a:ext cx="9217573" cy="3101983"/>
          </a:xfrm>
        </p:spPr>
        <p:txBody>
          <a:bodyPr>
            <a:normAutofit/>
          </a:bodyPr>
          <a:lstStyle/>
          <a:p>
            <a:r>
              <a:rPr lang="en-US" sz="2400" dirty="0"/>
              <a:t>This project simplifies the tedious task of splitting bills and tracking group expenses. With a lightweight implementation and future extensibility, it serves as a foundational financial tool for casual and professional scenarios alike.</a:t>
            </a:r>
            <a:endParaRPr lang="en-IN" sz="2400" dirty="0"/>
          </a:p>
        </p:txBody>
      </p:sp>
    </p:spTree>
    <p:extLst>
      <p:ext uri="{BB962C8B-B14F-4D97-AF65-F5344CB8AC3E}">
        <p14:creationId xmlns:p14="http://schemas.microsoft.com/office/powerpoint/2010/main" val="2357880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5903-AA53-9E0D-DF64-94C2418DB1F6}"/>
              </a:ext>
            </a:extLst>
          </p:cNvPr>
          <p:cNvSpPr>
            <a:spLocks noGrp="1"/>
          </p:cNvSpPr>
          <p:nvPr>
            <p:ph type="title"/>
          </p:nvPr>
        </p:nvSpPr>
        <p:spPr>
          <a:xfrm>
            <a:off x="2231136" y="964691"/>
            <a:ext cx="7729728" cy="4775335"/>
          </a:xfrm>
        </p:spPr>
        <p:txBody>
          <a:bodyPr/>
          <a:lstStyle/>
          <a:p>
            <a:r>
              <a:rPr lang="en-IN" sz="4400" dirty="0" err="1"/>
              <a:t>THAnk</a:t>
            </a:r>
            <a:r>
              <a:rPr lang="en-IN" sz="4400" dirty="0"/>
              <a:t>  you</a:t>
            </a:r>
            <a:br>
              <a:rPr lang="en-IN" dirty="0"/>
            </a:br>
            <a:br>
              <a:rPr lang="en-IN" dirty="0"/>
            </a:br>
            <a:r>
              <a:rPr lang="en-IN" sz="1600" dirty="0"/>
              <a:t>-Vansh </a:t>
            </a:r>
            <a:r>
              <a:rPr lang="en-IN" sz="1600" dirty="0" err="1"/>
              <a:t>kumar</a:t>
            </a:r>
            <a:r>
              <a:rPr lang="en-IN" sz="1600" dirty="0"/>
              <a:t> </a:t>
            </a:r>
            <a:r>
              <a:rPr lang="en-IN" sz="1600" dirty="0" err="1"/>
              <a:t>sharma</a:t>
            </a:r>
            <a:br>
              <a:rPr lang="en-IN" sz="1600" dirty="0"/>
            </a:br>
            <a:r>
              <a:rPr lang="en-IN" sz="1600" dirty="0"/>
              <a:t>-</a:t>
            </a:r>
            <a:r>
              <a:rPr lang="en-IN" sz="1600" dirty="0" err="1"/>
              <a:t>vibhav</a:t>
            </a:r>
            <a:r>
              <a:rPr lang="en-IN" sz="1600" dirty="0"/>
              <a:t> </a:t>
            </a:r>
            <a:r>
              <a:rPr lang="en-IN" sz="1600" dirty="0" err="1"/>
              <a:t>keshar</a:t>
            </a:r>
            <a:r>
              <a:rPr lang="en-IN" sz="1600" dirty="0"/>
              <a:t> </a:t>
            </a:r>
            <a:r>
              <a:rPr lang="en-IN" sz="1600" dirty="0" err="1"/>
              <a:t>sahu</a:t>
            </a:r>
            <a:endParaRPr lang="en-IN" sz="1600" dirty="0"/>
          </a:p>
        </p:txBody>
      </p:sp>
      <p:sp>
        <p:nvSpPr>
          <p:cNvPr id="3" name="Content Placeholder 2">
            <a:extLst>
              <a:ext uri="{FF2B5EF4-FFF2-40B4-BE49-F238E27FC236}">
                <a16:creationId xmlns:a16="http://schemas.microsoft.com/office/drawing/2014/main" id="{312BCFC6-A88B-62CA-CD9B-136D010DB736}"/>
              </a:ext>
            </a:extLst>
          </p:cNvPr>
          <p:cNvSpPr>
            <a:spLocks noGrp="1"/>
          </p:cNvSpPr>
          <p:nvPr>
            <p:ph idx="1"/>
          </p:nvPr>
        </p:nvSpPr>
        <p:spPr>
          <a:xfrm>
            <a:off x="2231136" y="4456386"/>
            <a:ext cx="7729728" cy="1283641"/>
          </a:xfrm>
        </p:spPr>
        <p:txBody>
          <a:bodyPr/>
          <a:lstStyle/>
          <a:p>
            <a:endParaRPr lang="en-IN" dirty="0"/>
          </a:p>
        </p:txBody>
      </p:sp>
    </p:spTree>
    <p:extLst>
      <p:ext uri="{BB962C8B-B14F-4D97-AF65-F5344CB8AC3E}">
        <p14:creationId xmlns:p14="http://schemas.microsoft.com/office/powerpoint/2010/main" val="2523066223"/>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96</TotalTime>
  <Words>370</Words>
  <Application>Microsoft Office PowerPoint</Application>
  <PresentationFormat>Widescreen</PresentationFormat>
  <Paragraphs>29</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Gill Sans MT</vt:lpstr>
      <vt:lpstr>Parcel</vt:lpstr>
      <vt:lpstr>Bill Splitter &amp; Expense Tracker Software</vt:lpstr>
      <vt:lpstr>introduction</vt:lpstr>
      <vt:lpstr>Literature</vt:lpstr>
      <vt:lpstr>Previous Work</vt:lpstr>
      <vt:lpstr>Proposed Model</vt:lpstr>
      <vt:lpstr>Key Features</vt:lpstr>
      <vt:lpstr>screenshot</vt:lpstr>
      <vt:lpstr>Conclusion</vt:lpstr>
      <vt:lpstr>THAnk  you  -Vansh kumar sharma -vibhav keshar sahu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Vibhav Keshar Sahu</dc:creator>
  <cp:lastModifiedBy>Vibhav Keshar Sahu</cp:lastModifiedBy>
  <cp:revision>2</cp:revision>
  <dcterms:created xsi:type="dcterms:W3CDTF">2025-05-01T19:02:10Z</dcterms:created>
  <dcterms:modified xsi:type="dcterms:W3CDTF">2025-05-01T20:38:13Z</dcterms:modified>
</cp:coreProperties>
</file>